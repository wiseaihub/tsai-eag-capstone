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63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6275" y="1482090"/>
            <a:ext cx="32713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 CDSS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180774" y="2320290"/>
            <a:ext cx="47823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Clinical Decision Support for India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08481" y="2716530"/>
            <a:ext cx="292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TSAI EAG Capstone Project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56838" y="3288030"/>
            <a:ext cx="3830323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Sreedhar (PM/Healthcare SME) &amp; Ritesh (Tech/AI SME)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01975" y="3474720"/>
            <a:ext cx="314005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Kickoff: Feb 14 | Demo Day: Mar 13, 2026 (28 days)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India Healthcare Crisis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Doctor-patient ratio: 1:1,456 vs WHO standard 1:1,000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5-7 min consultations → under-investigation, missed diagnoses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records, low patient health literacy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₹1,606 Cr AI market (27.7% CAGR) but limited CDSS adoption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92474"/>
            <a:ext cx="7924800" cy="192406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83223"/>
            <a:ext cx="7924800" cy="200788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52393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Structure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021074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Sreedhar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49351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&amp; Healthcare IT SME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783074"/>
            <a:ext cx="71628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workflows &amp; scope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 EHR integration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curation &amp; evaluation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8200" y="3211823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Ritesh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68426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/ AI &amp; Agentic SME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4095743"/>
            <a:ext cx="71628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 &amp; RAG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orchestration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infra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WISE AI CDSS Platform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Dual-interface AI system on WISE EHR: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440"/>
            <a:ext cx="762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Patient: vitals tracker, lab upload, AI recommendations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Doctor: auto-draft notes, differential diagnosis, citations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plugin (v2.1): research capture, local RAG storage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Agentic AI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Multi-agent: Patient Agent, Clinician Agent, Research Agent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Goal-driven: triage → investigation → referral → booking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tool calling: EHR fetch, RAG query, note draft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3-tier knowledge: general KB + patient + research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Complexity: Why 30 Days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LOINC mapping, CBC schema, vitals normalization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Multi-agent orchestration, RAG pipeline, prompt engineering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Integration: WISE EHR APIs, Chrome plugin, dual UIs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Test cases, citation quality, regulatory checks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5181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20241"/>
            <a:ext cx="7924800" cy="70485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77491"/>
            <a:ext cx="7924800" cy="4152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192780"/>
            <a:ext cx="7924800" cy="4152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608070"/>
            <a:ext cx="7924800" cy="4152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4175761"/>
            <a:ext cx="7924800" cy="4152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85800" y="1402080"/>
            <a:ext cx="7772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UI | Doctor UI | Chrome Plugin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72641"/>
            <a:ext cx="7772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777240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· Doctor · Clinical Agents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6938" y="2891791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Consent-based Data ingestion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6938" y="3307080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RAG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6938" y="3722370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6938" y="4290061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Vitals · Lab Reports · Patient History · Doctor Consultation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29640"/>
            <a:ext cx="7924800" cy="4152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8292"/>
            <a:ext cx="7924800" cy="4152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049783"/>
            <a:ext cx="7924800" cy="4152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678433"/>
            <a:ext cx="7924800" cy="4152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169919"/>
            <a:ext cx="7924800" cy="4152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798569"/>
            <a:ext cx="7924800" cy="4152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4290060"/>
            <a:ext cx="7924800" cy="4152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8956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Workflow: Patient Triage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46938" y="1043940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uploads CBC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134493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6938" y="1672592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ingests data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6938" y="2164083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RAG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2465069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938" y="2792733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plan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6938" y="3284219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tools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358521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938" y="3912869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recommendations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6938" y="4404360"/>
            <a:ext cx="785012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specialist if flagged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15887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14650"/>
            <a:ext cx="7924800" cy="15887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Feb 14-21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" y="1363982"/>
            <a:ext cx="7694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Sreedhar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04900" y="1623059"/>
            <a:ext cx="7239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 triage use cases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Patient/doctor workflows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medical guidelines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3105150"/>
            <a:ext cx="7694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Ritesh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4900" y="3364232"/>
            <a:ext cx="7239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&amp; data models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interfaces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 API integration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4579623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Contracts &amp; workflows done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15887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14650"/>
            <a:ext cx="7924800" cy="15887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Feb 22-28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" y="1363982"/>
            <a:ext cx="7694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Sreedhar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04900" y="1623059"/>
            <a:ext cx="7239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CBC datasets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guideline PDFs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3105150"/>
            <a:ext cx="7694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Ritesh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4900" y="3364232"/>
            <a:ext cx="7239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RAG pipeline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orchestration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 live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4579623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RAG + agent loop working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15887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14650"/>
            <a:ext cx="7924800" cy="15887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Mar 1-7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" y="1363982"/>
            <a:ext cx="7694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Sreedhar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04900" y="1623059"/>
            <a:ext cx="7239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wireframes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recommendations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prompts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3105150"/>
            <a:ext cx="7694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Ritesh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4900" y="3364232"/>
            <a:ext cx="7239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Patient/doctor UIs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component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integration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4579623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End-to-end flows working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15887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14650"/>
            <a:ext cx="7924800" cy="15887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Mar 8-13 + Buffer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" y="1363982"/>
            <a:ext cx="7694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Sreedhar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04900" y="1623059"/>
            <a:ext cx="7239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 intro, regulatory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script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3105150"/>
            <a:ext cx="7694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Ritesh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4900" y="3364232"/>
            <a:ext cx="7239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 method, tests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&amp; metrics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4579623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13: Demo + Mar 14: Buffer day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Project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docs/: ArXiv paper, architecture diagrams, API specs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data/: lab data mappings, sample clinical datasets, rules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backend/: FastAPI, agent orchestrator, RAG pipeline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frontend/: React patient/doctor UIs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967991"/>
            <a:ext cx="76200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chrome-plugin/: Research capture extension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tests/: Unit tests, integration tests, eval scenarios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deployment/: Docker, env configs, cloud scripts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README: Setup, demo videos, contribution guide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 Deliverables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prototype: patient + doctor triggered AI tool for continued care / clinical decision support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paper: novelty, architecture, India context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code, tests, docs, demo videos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scenarios: CBC triage, vitals alert, referral, citations, feedback loops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&amp; Contributions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integration with continuous learning (not standalone chatbot)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RAG: general + patient + clinician research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citations for trust &amp; clinical validation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India-first: CBC/vitals, Ayushman Bharat compatible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accuracy: &gt;85% match with expert labels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traceability: 100% of recommendations sourced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Usability: doctors validate/override in &lt;30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reliability: 5 scenarios execute without failures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Project board setup (Feb 14)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Feb 14-21 - foundation, data models, workflows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sync: Wednesdays 3 PM IST (45 min sprint review)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day: Mar 13, 2026 + 1 buffer day for final polish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432" y="1672596"/>
            <a:ext cx="2565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12055" y="2449832"/>
            <a:ext cx="3119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India's first agentic CDSS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18372" y="3097532"/>
            <a:ext cx="310713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github.com/wiseaihub/TSAI-EAG-Capstone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72343" y="3284218"/>
            <a:ext cx="319931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sbyreeka@gmail.com | riteshv2@gmail.com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747</Words>
  <Application>Microsoft Office PowerPoint</Application>
  <PresentationFormat>On-screen Show (16:9)</PresentationFormat>
  <Paragraphs>146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Sreedhar Byreeka</cp:lastModifiedBy>
  <cp:revision>3</cp:revision>
  <dcterms:created xsi:type="dcterms:W3CDTF">2026-02-03T10:28:21Z</dcterms:created>
  <dcterms:modified xsi:type="dcterms:W3CDTF">2026-02-13T18:07:18Z</dcterms:modified>
</cp:coreProperties>
</file>